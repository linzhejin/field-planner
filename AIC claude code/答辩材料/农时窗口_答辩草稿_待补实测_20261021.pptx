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8bed1ea024ab5" /><Relationship Type="http://schemas.openxmlformats.org/officeDocument/2006/relationships/extended-properties" Target="/docProps/app.xml" Id="R4ec8835f91124c78" /><Relationship Type="http://schemas.openxmlformats.org/officeDocument/2006/relationships/officeDocument" Target="/ppt/presentation.xml" Id="R71d80ad1a5e74a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8aaa5c42e494f"/>
  </p:sldMasterIdLst>
  <p:notesMasterIdLst>
    <p:notesMasterId xmlns:r="http://schemas.openxmlformats.org/officeDocument/2006/relationships" r:id="Rce99ff1765a64718"/>
  </p:notesMasterIdLst>
  <p:sldIdLst>
    <p:sldId xmlns:r="http://schemas.openxmlformats.org/officeDocument/2006/relationships" id="256" r:id="R00b8efa27a9c4855"/>
    <p:sldId xmlns:r="http://schemas.openxmlformats.org/officeDocument/2006/relationships" id="257" r:id="R45445e4e03564141"/>
    <p:sldId xmlns:r="http://schemas.openxmlformats.org/officeDocument/2006/relationships" id="258" r:id="R918afe92a1b24581"/>
    <p:sldId xmlns:r="http://schemas.openxmlformats.org/officeDocument/2006/relationships" id="259" r:id="Rba4ad51ac23d4b18"/>
    <p:sldId xmlns:r="http://schemas.openxmlformats.org/officeDocument/2006/relationships" id="260" r:id="Rc45cc2072da340e6"/>
    <p:sldId xmlns:r="http://schemas.openxmlformats.org/officeDocument/2006/relationships" id="261" r:id="Rc379920155c34946"/>
    <p:sldId xmlns:r="http://schemas.openxmlformats.org/officeDocument/2006/relationships" id="262" r:id="R96db93357aad4f4b"/>
    <p:sldId xmlns:r="http://schemas.openxmlformats.org/officeDocument/2006/relationships" id="263" r:id="R5221c4296f7e4e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c3a27eefe44edb" /><Relationship Type="http://schemas.openxmlformats.org/officeDocument/2006/relationships/slideMaster" Target="/ppt/slideMasters/slideMaster1.xml" Id="R1a78aaa5c42e494f" /><Relationship Type="http://schemas.openxmlformats.org/officeDocument/2006/relationships/notesMaster" Target="/ppt/notesMasters/notesMaster1.xml" Id="Rce99ff1765a64718" /><Relationship Type="http://schemas.openxmlformats.org/officeDocument/2006/relationships/presProps" Target="/ppt/presProps.xml" Id="R5aaf9b9ccb8b45c8" /><Relationship Type="http://schemas.openxmlformats.org/officeDocument/2006/relationships/tableStyles" Target="/ppt/tableStyles.xml" Id="R1782369dde044ae5" /><Relationship Type="http://schemas.openxmlformats.org/officeDocument/2006/relationships/slide" Target="/ppt/slides/slide1.xml" Id="R00b8efa27a9c4855" /><Relationship Type="http://schemas.openxmlformats.org/officeDocument/2006/relationships/slide" Target="/ppt/slides/slide2.xml" Id="R45445e4e03564141" /><Relationship Type="http://schemas.openxmlformats.org/officeDocument/2006/relationships/slide" Target="/ppt/slides/slide3.xml" Id="R918afe92a1b24581" /><Relationship Type="http://schemas.openxmlformats.org/officeDocument/2006/relationships/slide" Target="/ppt/slides/slide4.xml" Id="Rba4ad51ac23d4b18" /><Relationship Type="http://schemas.openxmlformats.org/officeDocument/2006/relationships/slide" Target="/ppt/slides/slide5.xml" Id="Rc45cc2072da340e6" /><Relationship Type="http://schemas.openxmlformats.org/officeDocument/2006/relationships/slide" Target="/ppt/slides/slide6.xml" Id="Rc379920155c34946" /><Relationship Type="http://schemas.openxmlformats.org/officeDocument/2006/relationships/slide" Target="/ppt/slides/slide7.xml" Id="R96db93357aad4f4b" /><Relationship Type="http://schemas.openxmlformats.org/officeDocument/2006/relationships/slide" Target="/ppt/slides/slide8.xml" Id="R5221c4296f7e4e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73edfdbbda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316701aeb4980" /><Relationship Type="http://schemas.openxmlformats.org/officeDocument/2006/relationships/notesMaster" Target="/ppt/notesMasters/notesMaster1.xml" Id="Rbb4217bac99f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0dc5f7c5234cd5" /><Relationship Type="http://schemas.openxmlformats.org/officeDocument/2006/relationships/notesMaster" Target="/ppt/notesMasters/notesMaster1.xml" Id="Rdf99571ea7b649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f7b19ef32241c1" /><Relationship Type="http://schemas.openxmlformats.org/officeDocument/2006/relationships/notesMaster" Target="/ppt/notesMasters/notesMaster1.xml" Id="Rb4f6ca315d074d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76e65e1d52458a" /><Relationship Type="http://schemas.openxmlformats.org/officeDocument/2006/relationships/notesMaster" Target="/ppt/notesMasters/notesMaster1.xml" Id="R54c393a2ab7048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bd7718821143c0" /><Relationship Type="http://schemas.openxmlformats.org/officeDocument/2006/relationships/notesMaster" Target="/ppt/notesMasters/notesMaster1.xml" Id="R3412caf1938f44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8d568fec464a02" /><Relationship Type="http://schemas.openxmlformats.org/officeDocument/2006/relationships/notesMaster" Target="/ppt/notesMasters/notesMaster1.xml" Id="R8af1c6e3277545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b1c026d8d64a5e" /><Relationship Type="http://schemas.openxmlformats.org/officeDocument/2006/relationships/notesMaster" Target="/ppt/notesMasters/notesMaster1.xml" Id="R62ebfb200a2a4c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8b50040016424f" /><Relationship Type="http://schemas.openxmlformats.org/officeDocument/2006/relationships/notesMaster" Target="/ppt/notesMasters/notesMaster1.xml" Id="R1a87fdfa5969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农时窗口面向湖北已确认进入苗期的油菜地块，围绕巡田观察和有条件的既有沟渠维护，整理一块地的七天安排。本阶段展示的是工程原型和已有证据，独立对照与体验结果尚未补齐。</a:t>
            </a:r>
          </a:p>
          <a:p xmlns:a="http://schemas.openxmlformats.org/drawingml/2006/main">
            <a:r>
              <a:t>证据：任务落实_20261019/A01_范围同步建议_20261019.md；本轮交付入口_20261021.md。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指导意见带有地区、阶段和田况条件。巡田记录不等于专业诊断，降雨预报也不等于实际积水。我们把这些条件保留在判断链中，再结合用户需求与空闲时间形成安排。当前需求依据来自公开文献，尚未开展农户实地调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证据：A03七卡采用建议及原文定位；A02资料补齐版需求报告。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数据边界：公开开发证据与独立留出、农业专业和田间验证分别表述。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从空白地块开始，确认地区、作物、阶段和需求。系统先说明依据和缺项；要排日程时再确认作业条件及空档。计划先预览，用户采用后保存。现场反馈和完成记录单独存储，之后可以查看调整原因。新增地块分别出结果，目前不保证共享时间的联合可执行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证据：src/nongshi/service_v3.py；B04_B06_页面验收_20261021/页面验收记录.md。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数据边界：公开开发证据与独立留出、农业专业和田间验证分别表述。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DeepSeek对话主智能体，通过受校验的工具读取档案、查询天气、检索依据和生成计划预览。模型负责理解和解释，程序负责参数校验、排程计算、事实保存和版本管理。该分工是工程设计特点，是否优于直接生成还需要公平对照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证据：src/nongshi/agent.py；planning_v2.py；service_v3.py；config.py。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数据边界：公开开发证据与独立留出、农业专业和田间验证分别表述。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31张C卡保留原始来源和指纹，核心七卡另记采用状态。C11、C31限观察记录，C23限条件满足的既有沟渠清理候选，其余四卡暂缓自动应用。负责人已依据AI辅助意见确认，独立复核尚待完成；原件和runtime_enabled不因此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证据：七卡负责人确认记录_20261021.json；rule_adoption_development.json；a04_supplementary_sources.json。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数据边界：公开开发证据与独立留出、农业专业和田间验证分别表述。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来自独立测试数据库中的公开模拟输入，页面实际完成了建档、条件填写、预览、采用和导出，刷新及重启后同一版本仍在。巡田排入，维护因为问题和需求未确认保留待确认。本次没有调用真实天气或模型，也没有使用独立候选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证据：B04_B06_页面验收_20261021/05_重启后采用版.png；页面验收记录.md。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数据边界：公开开发证据与独立留出、农业专业和田间验证分别表述。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证据分三层：167项现有工程测试通过；九条核心引文均能定位原件；历史服务记录保存了一次天气查询和有限模型工具调用。这些不是正式对照成绩。30个主候选和6个边界候选仍需复核与封存，操作体验尚待开展。我们不把目标写成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证据：负责人确认后工程测试_20261021.log；原文逐页定位核验.json；reports/live_service_acceptance_20261020.json；公开D01状态说明。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数据边界：公开开发证据与独立留出、农业专业和田间验证分别表述。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可展示的是有来源定位、程序约束和计划版本的工程原型。仍需关闭暂缓卡在任务依据与导出中的显示问题，完成独立规则复核、正式对照和用户体验。范围收敛为湖北油菜苗期、每地独立安排；联合排程、药肥处方和更广作物范围在本轮之外。后续效果结论将依据实际记录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证据：本轮交付入口_20261021.md；给金麟哲的复核问题_20261021.md；任务清单D01至D06。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数据边界：公开开发证据与独立留出、农业专业和田间验证分别表述。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dd2bc3e9d44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bbfbe017c4e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2efa99e98a47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7ec23aef645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8ef2b66a54c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c058ef85f40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3B517A-AB05-4F3F-8C0C-FF92DD596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FECC61-7D28-4484-8983-FAC7364FC5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F8EBB7-99B4-41EB-8CCA-FA2407A6C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4B74F2-63F5-43D6-A804-F4B1ACCD7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336265-D961-499D-BA72-E9E4A0B808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0DF011-9C73-4768-8F5F-85E0B0D40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5E1CCC-152D-4DE2-8C00-5E7193476E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32342F-E3DF-4FF3-9138-5BF199F0BB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240D83-B18A-4F9B-A8A7-12E8961CDA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F57CCB-22A8-435D-A326-BC123095F5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78bad982d4bba" /><Relationship Type="http://schemas.openxmlformats.org/officeDocument/2006/relationships/slideLayout" Target="/ppt/slideLayouts/slideLayout1.xml" Id="R4ef6832b2b3144bb" /><Relationship Type="http://schemas.openxmlformats.org/officeDocument/2006/relationships/slideLayout" Target="/ppt/slideLayouts/slideLayout2.xml" Id="R617c768c7b5741fe" /><Relationship Type="http://schemas.openxmlformats.org/officeDocument/2006/relationships/slideLayout" Target="/ppt/slideLayouts/slideLayout3.xml" Id="R84cbc8087bbc4f36" /><Relationship Type="http://schemas.openxmlformats.org/officeDocument/2006/relationships/slideLayout" Target="/ppt/slideLayouts/slideLayout4.xml" Id="R6a452042a8224ff8" /><Relationship Type="http://schemas.openxmlformats.org/officeDocument/2006/relationships/slideLayout" Target="/ppt/slideLayouts/slideLayout5.xml" Id="R5f8cba0e50134f64" /><Relationship Type="http://schemas.openxmlformats.org/officeDocument/2006/relationships/slideLayout" Target="/ppt/slideLayouts/slideLayout6.xml" Id="R66accce2eaed49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f6832b2b3144bb"/>
    <p:sldLayoutId xmlns:r="http://schemas.openxmlformats.org/officeDocument/2006/relationships" id="2147483650" r:id="R617c768c7b5741fe"/>
    <p:sldLayoutId xmlns:r="http://schemas.openxmlformats.org/officeDocument/2006/relationships" id="2147483651" r:id="R84cbc8087bbc4f36"/>
    <p:sldLayoutId xmlns:r="http://schemas.openxmlformats.org/officeDocument/2006/relationships" id="2147483652" r:id="R6a452042a8224ff8"/>
    <p:sldLayoutId xmlns:r="http://schemas.openxmlformats.org/officeDocument/2006/relationships" id="2147483653" r:id="R5f8cba0e50134f64"/>
    <p:sldLayoutId xmlns:r="http://schemas.openxmlformats.org/officeDocument/2006/relationships" id="2147483654" r:id="R66accce2eaed49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84909a33a47cb" /><Relationship Type="http://schemas.openxmlformats.org/officeDocument/2006/relationships/notesSlide" Target="/ppt/notesSlides/notesSlide1.xml" Id="R8af3317b54b8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65a9fdb28456f" /><Relationship Type="http://schemas.openxmlformats.org/officeDocument/2006/relationships/notesSlide" Target="/ppt/notesSlides/notesSlide2.xml" Id="R52ee19f8a14c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23fda423c41bc" /><Relationship Type="http://schemas.openxmlformats.org/officeDocument/2006/relationships/notesSlide" Target="/ppt/notesSlides/notesSlide3.xml" Id="R5014337ce2f54c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d8c703c514cd2" /><Relationship Type="http://schemas.openxmlformats.org/officeDocument/2006/relationships/notesSlide" Target="/ppt/notesSlides/notesSlide4.xml" Id="Rb137751527fa4b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b45b030b2e408a" /><Relationship Type="http://schemas.openxmlformats.org/officeDocument/2006/relationships/notesSlide" Target="/ppt/notesSlides/notesSlide5.xml" Id="R49fa224d2c3a4b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19deb80634cb0" /><Relationship Type="http://schemas.openxmlformats.org/officeDocument/2006/relationships/image" Target="/ppt/media/image.jpeg" Id="Rf2932cfd44fc4a97" /><Relationship Type="http://schemas.openxmlformats.org/officeDocument/2006/relationships/notesSlide" Target="/ppt/notesSlides/notesSlide6.xml" Id="R4bc1d7905e0f49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19c04a25d4d2b" /><Relationship Type="http://schemas.openxmlformats.org/officeDocument/2006/relationships/notesSlide" Target="/ppt/notesSlides/notesSlide7.xml" Id="R9d30d8d4ad4a49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2c0a50d6f49d8" /><Relationship Type="http://schemas.openxmlformats.org/officeDocument/2006/relationships/notesSlide" Target="/ppt/notesSlides/notesSlide8.xml" Id="R84afbeb93f544d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5BC55-7B93-4D45-BD34-3BD20D7C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农时窗口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42D44-96EF-4638-BD98-78730E98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rPr>
              <a:t>油菜苗期农事规划助手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BB6FA-92A1-4E42-91A1-D8283890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rPr>
              <a:t>湖北油菜苗期 · 每地独立七天安排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8E38A-4B63-4ED9-96FB-2FA3798E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工程原型与证据说明｜独立评测结果待补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9C40-5EC4-4435-AC70-CDA62DD1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阶段草稿 · 2026年10月21日     1/8</a:t>
            </a:r>
          </a:p>
        </p:txBody>
      </p:sp>
    </p:spTree>
    <p:extLst>
      <p:ext uri="{BB962C8B-B14F-4D97-AF65-F5344CB8AC3E}">
        <p14:creationId xmlns:p14="http://schemas.microsoft.com/office/powerpoint/2010/main" val="2080813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CDCE1-4593-4E2F-A056-9BF8939A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农情判断与日程安排的区别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1E662-868E-4C60-8161-DC9644FF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阶段草稿 · 2026年10月21日     2/8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85E88-075C-4998-A66A-BA3CDB304692}"/>
              </a:ext>
            </a:extLst>
          </p:cNvPr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869156">
                <a:tc>
                  <a:txBody>
                    <a:bodyPr lIns="133350" tIns="133350" rIns="133350" bIns="1333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遇到的信息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T w="9525">
                      <a:solidFill>
                        <a:srgbClr val="D6DED7"/>
                      </a:solidFill>
                      <a:prstDash val="solid"/>
                    </a:lnT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245F4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系统需要分清的判断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T w="9525">
                      <a:solidFill>
                        <a:srgbClr val="D6DED7"/>
                      </a:solidFill>
                      <a:prstDash val="solid"/>
                    </a:lnT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245F49"/>
                    </a:solidFill>
                  </a:tcPr>
                </a:tc>
              </a:tr>
              <a:tr h="869156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查到了技术资料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原文的地区、阶段、田况是否适用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田里看见异常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当前是否需要本产品范围内的作业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用户有空闲时间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现场、天气与连续工时是否满足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A8417-09B1-4B7F-A012-EAFBB74A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需求依据来自公开文献；尚无农户实地调查或田间收益数据</a:t>
            </a:r>
          </a:p>
        </p:txBody>
      </p:sp>
    </p:spTree>
    <p:extLst>
      <p:ext uri="{BB962C8B-B14F-4D97-AF65-F5344CB8AC3E}">
        <p14:creationId xmlns:p14="http://schemas.microsoft.com/office/powerpoint/2010/main" val="2031899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E10A3-936A-4CC9-B7DC-52AD7962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一块地的使用流程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A0B66-59F0-48F8-B28E-FA4BBA72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阶段草稿 · 2026年10月21日   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0DD2D-A826-4FE4-A00F-C0CBC331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rPr>
              <a:t>建档确认 → 核对条件 → 七天预览 → 采用保存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599D9-C56B-4286-BC16-57867F39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现场反馈先保存，再生成可比较的新安排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A61C3-F5B8-4DAD-B458-3C119AE8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rPr>
              <a:t>已完成事项保留；未知信息保持未知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6760E-78B8-4570-8691-3A14DFE8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每块地独立排程，尚未统筹其他地块时间，不代表合并后可执行</a:t>
            </a:r>
          </a:p>
        </p:txBody>
      </p:sp>
    </p:spTree>
    <p:extLst>
      <p:ext uri="{BB962C8B-B14F-4D97-AF65-F5344CB8AC3E}">
        <p14:creationId xmlns:p14="http://schemas.microsoft.com/office/powerpoint/2010/main" val="312910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B8884-459B-4FF4-A897-EC8E12A7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语言模型与程序工具的分工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D448F-AC3B-4A5C-8AFC-18082705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阶段草稿 · 2026年10月21日     4/8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FD50C-7F1A-4190-A78F-50CA48CC32D6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772150"/>
              </a:tblGrid>
              <a:tr h="881063">
                <a:tc>
                  <a:txBody>
                    <a:bodyPr lIns="133350" tIns="133350" rIns="133350" bIns="1333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对话主智能体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T w="9525">
                      <a:solidFill>
                        <a:srgbClr val="D6DED7"/>
                      </a:solidFill>
                      <a:prstDash val="solid"/>
                    </a:lnT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245F4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程序与状态工具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T w="9525">
                      <a:solidFill>
                        <a:srgbClr val="D6DED7"/>
                      </a:solidFill>
                      <a:prstDash val="solid"/>
                    </a:lnT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245F49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理解用户意图、组织必要追问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校验结构化参数与字段范围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调用检索、天气和计划工具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计算工时、时段、期限与前置关系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解释依据、缺项与调整原因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02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保存事实、预览、采用版及历史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BFF92-4F1C-425B-9D7A-F707A02F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自然语言提出的修改先由用户确认；天气预报不自动替代现场观察</a:t>
            </a:r>
          </a:p>
        </p:txBody>
      </p:sp>
    </p:spTree>
    <p:extLst>
      <p:ext uri="{BB962C8B-B14F-4D97-AF65-F5344CB8AC3E}">
        <p14:creationId xmlns:p14="http://schemas.microsoft.com/office/powerpoint/2010/main" val="1586121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C6E3E-7B66-4465-ACD6-425F97CB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规则用途与证据边界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EFEB6-737A-442C-9AB8-A9485A17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阶段草稿 · 2026年10月21日     5/8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4698A-EF1B-4549-B366-694C653C778A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833438">
                <a:tc>
                  <a:txBody>
                    <a:bodyPr lIns="133350" tIns="133350" rIns="133350" bIns="1333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T w="9525">
                      <a:solidFill>
                        <a:srgbClr val="D6DED7"/>
                      </a:solidFill>
                      <a:prstDash val="solid"/>
                    </a:lnT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245F4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当前限定用途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T w="9525">
                      <a:solidFill>
                        <a:srgbClr val="D6DED7"/>
                      </a:solidFill>
                      <a:prstDash val="solid"/>
                    </a:lnT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245F49"/>
                    </a:solidFill>
                  </a:tcPr>
                </a:tc>
              </a:tr>
              <a:tr h="833438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C11、C31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记录苗情、墒情与虫害迹象，保留未知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有依据，且问题、需求与作业条件已确认</a:t>
                      </a:r>
                    </a:p>
                    <a:p>
                      <a:r>
                        <a:rPr sz="1950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仅形成既有沟渠清理候选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C18、C19、C20、C24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950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暂缓自动应用，作为带条件的历史参考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7EEC3-126F-4190-9B2D-4E3B42D8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rPr>
              <a:t>原始来源与指纹保留；补充资料单独登记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3D9CB-E20F-4F77-A63B-11228989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负责人依据AI意见确认；独立复核待完成，不代表农业专家认证</a:t>
            </a:r>
          </a:p>
        </p:txBody>
      </p:sp>
    </p:spTree>
    <p:extLst>
      <p:ext uri="{BB962C8B-B14F-4D97-AF65-F5344CB8AC3E}">
        <p14:creationId xmlns:p14="http://schemas.microsoft.com/office/powerpoint/2010/main" val="1221269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80398-73B6-4A9F-8733-67C35612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公开模拟输入的页面结果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0DBC6-2672-40E8-AF3C-64591790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阶段草稿 · 2026年10月21日   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0859A-A0AF-441A-86CE-CC2C4489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rPr>
              <a:t>30分钟巡田已安排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53B19-F260-4613-9A6D-F6B7F451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维护候选保持待确认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E1548-FB3D-4863-A5E1-6BEF4602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38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rPr>
              <a:t>采用后可导出</a:t>
            </a:r>
          </a:p>
          <a:p xmlns:a="http://schemas.openxmlformats.org/drawingml/2006/main">
            <a: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rPr>
              <a:t>刷新、重启后保留同一版本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06A88-F15A-4D4B-B9EA-2689787B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独立测试数据库 · 模拟农情</a:t>
            </a:r>
          </a:p>
          <a:p xmlns:a="http://schemas.openxmlformats.org/drawingml/2006/main">
            <a:pPr algn="l">
              <a:def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本轮未调用模型与天气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D0F8A-0B3C-44E3-A93B-DCA6BADE1E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32cfd44fc4a97"/>
          <a:stretch xmlns:a="http://schemas.openxmlformats.org/drawingml/2006/main"/>
        </p:blipFill>
        <p:spPr>
          <a:xfrm xmlns:a="http://schemas.openxmlformats.org/drawingml/2006/main">
            <a:off x="6780316" y="1466850"/>
            <a:ext cx="4517819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709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CD125-16D7-479A-BB7D-91F036E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现有验证与待补证据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6C296-48FA-4070-AD47-04170D74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阶段草稿 · 2026年10月21日     7/8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CDBEA-8B54-44ED-9559-228F3D4DD7DF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391400"/>
              </a:tblGrid>
              <a:tr h="788670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T w="9525">
                      <a:solidFill>
                        <a:srgbClr val="D6DED7"/>
                      </a:solidFill>
                      <a:prstDash val="solid"/>
                    </a:lnT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245F4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当前记录与范围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T w="9525">
                      <a:solidFill>
                        <a:srgbClr val="D6DED7"/>
                      </a:solidFill>
                      <a:prstDash val="solid"/>
                    </a:lnT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245F49"/>
                    </a:solidFill>
                  </a:tcPr>
                </a:tc>
              </a:tr>
              <a:tr h="788670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工程测试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167项通过；不代表农业适用性全部成立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原文可追溯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9条引文可定位；不等于建议支撑率验收通过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真实服务历史记录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一次天气查询与有限模型工具调用成功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独立对照／体验测试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ED7"/>
                      </a:solidFill>
                      <a:prstDash val="solid"/>
                    </a:lnL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73B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正式结果待补，不展示成功率或收益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ED7"/>
                      </a:solidFill>
                      <a:prstDash val="solid"/>
                    </a:lnR>
                    <a:lnB w="9525">
                      <a:solidFill>
                        <a:srgbClr val="D6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4C3D4-685B-4231-8A62-9FEDDA43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30个主候选＋6个边界候选为测试准备，不是已完成的评测成绩</a:t>
            </a:r>
          </a:p>
        </p:txBody>
      </p:sp>
    </p:spTree>
    <p:extLst>
      <p:ext uri="{BB962C8B-B14F-4D97-AF65-F5344CB8AC3E}">
        <p14:creationId xmlns:p14="http://schemas.microsoft.com/office/powerpoint/2010/main" val="1376898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9EC7D-B456-49A6-9C62-26A33232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结论范围与下一步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B016A-F82B-4307-9553-C3978871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阶段草稿 · 2026年10月21日   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17E2D-B33E-47EE-88AD-2949C17A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F49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45234-0E36-434F-A533-EF42D5C4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C32"/>
                </a:solidFill>
                <a:latin typeface="Microsoft YaHei"/>
                <a:ea typeface="Microsoft YaHei"/>
                <a:cs typeface="Microsoft YaHei"/>
              </a:rPr>
              <a:t>可追溯资料与程序约束支持的单地块农事规划原型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EFB6F-A09E-47CF-BAF8-51D71F61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3B35"/>
                </a:solidFill>
                <a:latin typeface="Microsoft YaHei"/>
                <a:ea typeface="Microsoft YaHei"/>
                <a:cs typeface="Microsoft YaHei"/>
              </a:rPr>
              <a:t>待完成：依据显示修正、独立复核、正式对照与操作体验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2D78B-40F6-480C-89CA-219171E7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范围：湖北油菜苗期；联合排程与药肥处方暂缓</a:t>
            </a:r>
          </a:p>
          <a:p xmlns:a="http://schemas.openxmlformats.org/drawingml/2006/main">
            <a:pPr algn="l">
              <a:def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1716B"/>
                </a:solidFill>
                <a:latin typeface="Microsoft YaHei"/>
                <a:ea typeface="Microsoft YaHei"/>
                <a:cs typeface="Microsoft YaHei"/>
              </a:rPr>
              <a:t>尚未验证增产、节肥或实际经济收益</a:t>
            </a:r>
          </a:p>
        </p:txBody>
      </p:sp>
    </p:spTree>
    <p:extLst>
      <p:ext uri="{BB962C8B-B14F-4D97-AF65-F5344CB8AC3E}">
        <p14:creationId xmlns:p14="http://schemas.microsoft.com/office/powerpoint/2010/main" val="1446631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2026-10-21T03:53:04.5540000Z</dcterms:created>
  <dcterms:modified xsi:type="dcterms:W3CDTF">2026-10-21T03:53:04.5540000Z</dcterms:modified>
</coreProperties>
</file>